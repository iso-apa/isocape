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60"/>
    <p:restoredTop sz="94627"/>
  </p:normalViewPr>
  <p:slideViewPr>
    <p:cSldViewPr snapToGrid="0">
      <p:cViewPr>
        <p:scale>
          <a:sx n="121" d="100"/>
          <a:sy n="121" d="100"/>
        </p:scale>
        <p:origin x="-880" y="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4CEDAC-9977-9C49-BF93-25336D879A4D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3D63DE-ED0E-EC4B-AC2B-74F0E7B76A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25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3D63DE-ED0E-EC4B-AC2B-74F0E7B76A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0355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991DD-EBC3-CECA-9362-9B27B3F945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DAB754-BED7-BBF8-C8A4-EBC0011FC0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2B5B0-6765-FC75-7183-68FFAD668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3652B-BDAC-06A3-9907-0D6577414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4F57D-F7A7-6647-FA12-AEF33E46D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07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E4EA0-CDEE-4728-D507-06A7088F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FD0392-FB7B-8FA1-8C72-67716D7B0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C0600-5405-A90A-5257-73ADDEB3B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1FFC4-A6A3-238D-2321-88667967D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0D9AE-2C7D-C9D9-663B-835598BCC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74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BC224-C66E-E65D-8684-EEE8AC9EA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892E40-873F-1021-B234-AD1D498BF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F39B0-A212-E947-74EE-A975050E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5C324-400E-421E-40E8-DEE696B0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9A9436-3D1F-54CA-BC12-B9088E67F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2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B1104-CA64-C39F-C4FE-7733060B7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7A6CB-E7D2-26DC-2AAD-508EB9CE3B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DD14C-0588-76EC-0684-A0120FCF2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22677-5214-51AB-BA36-E054C226D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3EB69A-76A5-C3BD-8FED-9E4FB607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C1AE5-06F9-7723-B864-6CA794C2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59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C468-FE90-74A8-9E20-245158AAD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61C700-F097-5316-EF42-FBAA85CFC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743C1-837E-2D91-BC95-01FAE8AE7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4A9D7D-E3C0-8467-E2FE-F660E8089A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AE59F6-72C7-7A61-A600-F6F1C80354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5E92E3-9246-4C30-6845-57E0BC4FC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CE6039-D23A-911B-03B5-A9DBDF9FA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7140D2-CEE3-7F83-A6B7-040B37CC3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36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47DDA-1608-7D13-ED2F-33B722A6E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A993C-90BF-7D10-0631-A7610A83B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A6FE92-90AA-BD0B-F91A-13367490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AF3E1-8F19-0018-7774-E10604472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476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BA8E8-5B7A-C0EA-72CE-786AFC3C1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AECA4-E320-3FE6-54C1-06284BFCD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15AFAA-2993-EB8F-B0E4-2D6D4152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29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4D2C-CC1B-3344-096C-0BAA51776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92E0E-CE98-81AA-6D40-718A95E00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20B3FB-BC52-D4EB-2A0D-A1CF92E66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4B666-FC5A-5ABE-3444-A13EE2B8B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9CB8D-EB93-21B0-4088-0BE4F42E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7258D9-DEB8-D292-3691-59EECD02E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424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9B6E7-6D1D-CD05-5732-9C998EEBB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4FCB7-DE68-5541-D7EC-8912783B3B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762DD-E920-885D-70C3-D7C43E55F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E7E33-AE44-37EE-DCA0-575CF7567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962FDC-ED81-C155-19AB-ED446738E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8C53B7-0F6D-1B6B-278C-B69054AFB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9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A0A7-EA26-9D67-1DC1-6D178B0B7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23285D-8A47-2472-F6BB-990B7F9B5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5CF3D-704C-F88C-C16A-C0ACB3E78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92AF3-AD94-4216-3AD9-F5E1CE97B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A8D88-1A5E-476F-DAFC-836EC5486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6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2852DA-2AB7-C833-F2C2-0E737DD8DD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71385E-1EA7-E30C-CA80-FBEA3E9A4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56F2D3-18A8-6818-9740-F222B2D37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11ABC-0DB9-4731-7A7A-B5E3E39CB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6A155-BDCF-FDDE-87FD-46F413EF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92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CE0E5-8737-35D2-A294-FB13D96B3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9E12B-46BF-7859-4670-202105FC1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1FAD1-6D40-D47B-0662-2E7528D56D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015AB0-F131-CF45-9816-BC4DC425D112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3A31F-37F2-8DB8-2994-B70D76A9C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DD303-2435-F327-49D6-F042C4DF13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BAC2AE-1473-B04E-814C-619CDD2F2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17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E78E12E0-1F03-AB61-31AF-538B609CCDEC}"/>
              </a:ext>
            </a:extLst>
          </p:cNvPr>
          <p:cNvGrpSpPr/>
          <p:nvPr/>
        </p:nvGrpSpPr>
        <p:grpSpPr>
          <a:xfrm>
            <a:off x="1597571" y="0"/>
            <a:ext cx="7956331" cy="6369269"/>
            <a:chOff x="1597571" y="0"/>
            <a:chExt cx="7956331" cy="6369269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59FEF5-7CEB-3BFD-F3AC-1374EAA80081}"/>
                </a:ext>
              </a:extLst>
            </p:cNvPr>
            <p:cNvSpPr/>
            <p:nvPr/>
          </p:nvSpPr>
          <p:spPr>
            <a:xfrm>
              <a:off x="1597571" y="0"/>
              <a:ext cx="7956331" cy="636926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7A57846-C044-7E91-061D-202580E4A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06880" y="138711"/>
              <a:ext cx="7772400" cy="2288756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BFA25CC-EDA8-0D4A-FC11-E80DF4CE0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0654" r="10488" b="12837"/>
            <a:stretch>
              <a:fillRect/>
            </a:stretch>
          </p:blipFill>
          <p:spPr>
            <a:xfrm flipH="1">
              <a:off x="2089838" y="2459882"/>
              <a:ext cx="6977961" cy="3791831"/>
            </a:xfrm>
            <a:prstGeom prst="rect">
              <a:avLst/>
            </a:prstGeom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18E327D-65AE-7036-558A-18A3F8896F3E}"/>
                </a:ext>
              </a:extLst>
            </p:cNvPr>
            <p:cNvCxnSpPr>
              <a:cxnSpLocks/>
            </p:cNvCxnSpPr>
            <p:nvPr/>
          </p:nvCxnSpPr>
          <p:spPr>
            <a:xfrm>
              <a:off x="4076700" y="1440180"/>
              <a:ext cx="0" cy="4693920"/>
            </a:xfrm>
            <a:prstGeom prst="line">
              <a:avLst/>
            </a:prstGeom>
            <a:ln w="19050" cap="flat" cmpd="sng" algn="ctr">
              <a:solidFill>
                <a:schemeClr val="accent1">
                  <a:alpha val="68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9BCB04A-DE63-B497-83AC-A472604599D3}"/>
                </a:ext>
              </a:extLst>
            </p:cNvPr>
            <p:cNvCxnSpPr>
              <a:cxnSpLocks/>
            </p:cNvCxnSpPr>
            <p:nvPr/>
          </p:nvCxnSpPr>
          <p:spPr>
            <a:xfrm>
              <a:off x="6675120" y="1415942"/>
              <a:ext cx="0" cy="4718158"/>
            </a:xfrm>
            <a:prstGeom prst="line">
              <a:avLst/>
            </a:prstGeom>
            <a:ln w="19050" cap="flat" cmpd="sng" algn="ctr">
              <a:solidFill>
                <a:schemeClr val="accent1">
                  <a:alpha val="68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6440B26-88B3-5A31-7F10-779B1E1D72C3}"/>
                </a:ext>
              </a:extLst>
            </p:cNvPr>
            <p:cNvSpPr/>
            <p:nvPr/>
          </p:nvSpPr>
          <p:spPr>
            <a:xfrm>
              <a:off x="2089838" y="2504048"/>
              <a:ext cx="468566" cy="1324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35ABBEE-FA0D-7CEE-5A7E-9E4CC362D2A5}"/>
                </a:ext>
              </a:extLst>
            </p:cNvPr>
            <p:cNvSpPr/>
            <p:nvPr/>
          </p:nvSpPr>
          <p:spPr>
            <a:xfrm>
              <a:off x="2044099" y="3872670"/>
              <a:ext cx="468566" cy="1324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827074E-1F5A-8F1A-33E0-5715704B1DEB}"/>
                </a:ext>
              </a:extLst>
            </p:cNvPr>
            <p:cNvSpPr txBox="1"/>
            <p:nvPr/>
          </p:nvSpPr>
          <p:spPr>
            <a:xfrm>
              <a:off x="1821161" y="2530434"/>
              <a:ext cx="138300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/>
                <a:t>IDC</a:t>
              </a:r>
              <a:r>
                <a:rPr lang="zh-TW" altLang="en-US" sz="1200" dirty="0"/>
                <a:t> </a:t>
              </a:r>
              <a:r>
                <a:rPr lang="en-US" altLang="zh-TW" sz="1200" dirty="0"/>
                <a:t>breast</a:t>
              </a:r>
              <a:r>
                <a:rPr lang="zh-TW" altLang="en-US" sz="1200" dirty="0"/>
                <a:t> </a:t>
              </a:r>
              <a:r>
                <a:rPr lang="en-US" altLang="zh-TW" sz="1200" dirty="0"/>
                <a:t>cancer</a:t>
              </a:r>
              <a:endParaRPr lang="en-US" sz="1200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E2CCD4-0F0F-C39B-54B8-14EEC80D1E0C}"/>
                </a:ext>
              </a:extLst>
            </p:cNvPr>
            <p:cNvSpPr txBox="1"/>
            <p:nvPr/>
          </p:nvSpPr>
          <p:spPr>
            <a:xfrm>
              <a:off x="1821161" y="3891513"/>
              <a:ext cx="59343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/>
                <a:t>PBMC</a:t>
              </a:r>
              <a:endParaRPr lang="en-US" sz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EE7881F6-5BD3-6BB1-F562-69215B1D94BB}"/>
                </a:ext>
              </a:extLst>
            </p:cNvPr>
            <p:cNvSpPr txBox="1"/>
            <p:nvPr/>
          </p:nvSpPr>
          <p:spPr>
            <a:xfrm>
              <a:off x="1791987" y="5299201"/>
              <a:ext cx="164019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200" dirty="0"/>
                <a:t>B</a:t>
              </a:r>
              <a:r>
                <a:rPr lang="zh-TW" altLang="en-US" sz="1200" dirty="0"/>
                <a:t> </a:t>
              </a:r>
              <a:r>
                <a:rPr lang="en-US" altLang="zh-TW" sz="1200" dirty="0"/>
                <a:t>cell</a:t>
              </a:r>
              <a:r>
                <a:rPr lang="zh-TW" altLang="en-US" sz="1200" dirty="0"/>
                <a:t> </a:t>
              </a:r>
              <a:r>
                <a:rPr lang="en-US" altLang="zh-TW" sz="1200" dirty="0"/>
                <a:t>and</a:t>
              </a:r>
              <a:r>
                <a:rPr lang="zh-TW" altLang="en-US" sz="1200" dirty="0"/>
                <a:t> </a:t>
              </a:r>
              <a:r>
                <a:rPr lang="en-US" altLang="zh-TW" sz="1200" dirty="0"/>
                <a:t>plasma</a:t>
              </a:r>
              <a:r>
                <a:rPr lang="zh-TW" altLang="en-US" sz="1200" dirty="0"/>
                <a:t> </a:t>
              </a:r>
              <a:r>
                <a:rPr lang="en-US" altLang="zh-TW" sz="1200" dirty="0"/>
                <a:t>cell</a:t>
              </a:r>
              <a:endParaRPr lang="en-US" sz="1200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52B47C2-E946-7B9B-FF10-606AC4E5A29A}"/>
                </a:ext>
              </a:extLst>
            </p:cNvPr>
            <p:cNvSpPr/>
            <p:nvPr/>
          </p:nvSpPr>
          <p:spPr>
            <a:xfrm>
              <a:off x="2089838" y="5232965"/>
              <a:ext cx="468566" cy="13247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91264CF-FE28-2A60-43F3-00492D84BD09}"/>
                </a:ext>
              </a:extLst>
            </p:cNvPr>
            <p:cNvCxnSpPr>
              <a:cxnSpLocks/>
            </p:cNvCxnSpPr>
            <p:nvPr/>
          </p:nvCxnSpPr>
          <p:spPr>
            <a:xfrm>
              <a:off x="5648837" y="1637731"/>
              <a:ext cx="0" cy="1169702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5392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A0EB494-A97D-13C7-4771-262C6DF246EC}"/>
              </a:ext>
            </a:extLst>
          </p:cNvPr>
          <p:cNvSpPr/>
          <p:nvPr/>
        </p:nvSpPr>
        <p:spPr>
          <a:xfrm>
            <a:off x="2312276" y="357352"/>
            <a:ext cx="7945821" cy="38047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AEFDA6-9E19-3378-98DD-F32E032B3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7455" y="461946"/>
            <a:ext cx="7772400" cy="17156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ACE25D-2D5F-0BE4-58BD-5D2A62C01F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8506"/>
          <a:stretch>
            <a:fillRect/>
          </a:stretch>
        </p:blipFill>
        <p:spPr>
          <a:xfrm>
            <a:off x="2367455" y="2329425"/>
            <a:ext cx="4779579" cy="17156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68028A-4841-D0F9-79F6-373F20908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680382"/>
            <a:ext cx="7772400" cy="227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983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10</Words>
  <Application>Microsoft Macintosh PowerPoint</Application>
  <PresentationFormat>Widescreen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Rene Cheng</dc:creator>
  <cp:lastModifiedBy>Rene Cheng</cp:lastModifiedBy>
  <cp:revision>1</cp:revision>
  <dcterms:created xsi:type="dcterms:W3CDTF">2026-05-27T20:00:04Z</dcterms:created>
  <dcterms:modified xsi:type="dcterms:W3CDTF">2026-05-27T21:54:34Z</dcterms:modified>
</cp:coreProperties>
</file>